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Numbers from data/Schedule_Status_2026-08.xlsx. Keep the ask on this slide, not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data/Schedule_Status_2026-08.xlsx, sheet "Schedule Status". Variance in working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data/Risk_Register_2026-08.xlsx, sheet "Risk Register". High, open, newest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decision: what, who owns it, and the date it is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0B2A4A"/>
                </a:solidFill>
                <a:latin typeface="Calibri"/>
              </a:rPr>
              <a:t>Program Review — August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5A626B"/>
                </a:solidFill>
                <a:latin typeface="Calibri"/>
              </a:rPr>
              <a:t>Sentinel program  ·  monthly review  ·  E. Groth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F6FB2"/>
                </a:solidFill>
                <a:latin typeface="Calibri"/>
              </a:rPr>
              <a:t>STATUS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0B2A4A"/>
                </a:solidFill>
                <a:latin typeface="Calibri"/>
              </a:rPr>
              <a:t>Build 4.1 shipped; the harness supplier is now the critical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241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•  Flight build 4.1 released on 2026-08-21, five days late, all exit criteria met.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•  Qualification test campaign started; strain gauge coverage still below plan.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•  Avionics harness delivery slipped again and now drives the TVAC slot.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•  Ask: approve the dual-source connector spend before the September 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F6FB2"/>
                </a:solidFill>
                <a:latin typeface="Calibri"/>
              </a:rPr>
              <a:t>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0B2A4A"/>
                </a:solidFill>
                <a:latin typeface="Calibri"/>
              </a:rPr>
              <a:t>Five largest slips — August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828800"/>
          <a:ext cx="10515596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2766"/>
                <a:gridCol w="3931065"/>
                <a:gridCol w="1375872"/>
                <a:gridCol w="1375872"/>
                <a:gridCol w="1375872"/>
                <a:gridCol w="1474149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latin typeface="Calibri"/>
                        </a:rPr>
                        <a:t>Task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Calibri"/>
                        </a:rPr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Calibri"/>
                        </a:rP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Calibri"/>
                        </a:rPr>
                        <a:t>Forecast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Calibri"/>
                        </a:rPr>
                        <a:t>Variance (days)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Calibri"/>
                        </a:rPr>
                        <a:t>Owner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SCH-131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Avionics harness delivery (supplier)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2026-08-28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2026-09-08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J. Lindqvist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SCH-104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Flight software build 4.2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2026-09-04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2026-09-14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A. Reyes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SCH-118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Structural qualification test campaign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2026-09-11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2026-09-18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M. Okafor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SCH-142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Thermal vacuum chamber slot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2026-09-18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2026-09-23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P. Duarte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SCH-155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Ground station interface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2026-09-08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2026-09-10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S. Whitfield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F6FB2"/>
                </a:solidFill>
                <a:latin typeface="Calibri"/>
              </a:rPr>
              <a:t>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0B2A4A"/>
                </a:solidFill>
                <a:latin typeface="Calibri"/>
              </a:rPr>
              <a:t>Open high risks — newest first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828800"/>
          <a:ext cx="1051559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5560"/>
                <a:gridCol w="5777802"/>
                <a:gridCol w="1733340"/>
                <a:gridCol w="1848896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latin typeface="Calibri"/>
                        </a:rPr>
                        <a:t>Risk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Calibri"/>
                        </a:rPr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Calibri"/>
                        </a:rP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Calibri"/>
                        </a:rPr>
                        <a:t>Mitigation due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RSK-212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Avionics harness supplier slip cascades into TVAC slot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J. Lindqvist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2026-09-25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RSK-198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Build 4.2 defect backlog above exit 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A. Reyes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2026-09-18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RSK-176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Qualification unit strain gauge coverage below 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M. Okafor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2026-10-16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F6FB2"/>
                </a:solidFill>
                <a:latin typeface="Calibri"/>
              </a:rPr>
              <a:t>DECISIONS NEEDED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0B2A4A"/>
                </a:solidFill>
                <a:latin typeface="Calibri"/>
              </a:rPr>
              <a:t>Three decisions for this 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241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•  Dual-source the avionics connector set — J. Lindqvist — needed by 2026-09-12.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•  Hold the 2026-10-19 TVAC fallback slot — P. Duarte — needed by 2026-09-19.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•  Approve build 4.2 scope freeze at 4.2.1 — A. Reyes — needed by 2026-09-05.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