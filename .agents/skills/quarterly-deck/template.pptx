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pPr algn="l">
              <a:defRPr sz="3000" b="1"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>
              <a:defRPr sz="3000" b="1"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algn="l">
              <a:defRPr sz="3000" b="1"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>
              <a:defRPr sz="3000" b="1"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algn="l">
              <a:defRPr sz="3000" b="1"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>
              <a:defRPr sz="3000" b="1"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algn="l">
              <a:defRPr sz="3000" b="1"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algn="l">
              <a:defRPr sz="3000" b="1"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>
              <a:defRPr sz="3000" b="1"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algn="l">
              <a:defRPr sz="3000" b="1"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F2933"/>
      </a:dk1>
      <a:lt1>
        <a:srgbClr val="FFFFFF"/>
      </a:lt1>
      <a:dk2>
        <a:srgbClr val="1F2933"/>
      </a:dk2>
      <a:lt2>
        <a:srgbClr val="7B8794"/>
      </a:lt2>
      <a:accent1>
        <a:srgbClr val="1D6FB8"/>
      </a:accent1>
      <a:accent2>
        <a:srgbClr val="12A594"/>
      </a:accent2>
      <a:accent3>
        <a:srgbClr val="E8833A"/>
      </a:accent3>
      <a:accent4>
        <a:srgbClr val="8B5CF6"/>
      </a:accent4>
      <a:accent5>
        <a:srgbClr val="7B8794"/>
      </a:accent5>
      <a:accent6>
        <a:srgbClr val="1F2933"/>
      </a:accent6>
      <a:hlink>
        <a:srgbClr val="1D6FB8"/>
      </a:hlink>
      <a:folHlink>
        <a:srgbClr val="8B5CF6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