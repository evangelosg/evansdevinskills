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Placeholder layout. Six lines maximum on any slide; detail belongs here in the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data/Schedule_Status_&lt;YYYY-MM&gt;.xlsx, sheet "Schedule Status".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data/Risk_Register_&lt;YYYY-MM&gt;.xlsx, sheet "Risk Register".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line per decision: what, who owns it, when it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0B2A4A"/>
                </a:solidFill>
                <a:latin typeface="Calibri"/>
              </a:rPr>
              <a:t>Program Review — &lt;Month Year&gt;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A626B"/>
                </a:solidFill>
                <a:latin typeface="Calibri"/>
              </a:rPr>
              <a:t>Sentinel program  ·  monthly review  ·  &lt;presenter&gt;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6FB2"/>
                </a:solidFill>
                <a:latin typeface="Calibri"/>
              </a:rPr>
              <a:t>STATUS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B2A4A"/>
                </a:solidFill>
                <a:latin typeface="Calibri"/>
              </a:rPr>
              <a:t>&lt;One line a reviewer could repeat&gt;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241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•  &lt;Where the program stands this month&gt;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•  &lt;What moved since last cycle&gt;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•  &lt;The ask, in one line&gt;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6FB2"/>
                </a:solidFill>
                <a:latin typeface="Calibri"/>
              </a:rPr>
              <a:t>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B2A4A"/>
                </a:solidFill>
                <a:latin typeface="Calibri"/>
              </a:rPr>
              <a:t>Largest slips this cycle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28800"/>
          <a:ext cx="1051559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766"/>
                <a:gridCol w="3931065"/>
                <a:gridCol w="1375872"/>
                <a:gridCol w="1375872"/>
                <a:gridCol w="1375872"/>
                <a:gridCol w="1474149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latin typeface="Calibri"/>
                        </a:rPr>
                        <a:t>Task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Calibri"/>
                        </a:rP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Calibri"/>
                        </a:rP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Calibri"/>
                        </a:rPr>
                        <a:t>Forecast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Calibri"/>
                        </a:rPr>
                        <a:t>Variance (days)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Calibri"/>
                        </a:rPr>
                        <a:t>Owner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&lt;id&gt;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&lt;task&gt;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&lt;date&gt;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&lt;date&gt;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&lt;n&gt;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&lt;owner&gt;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6FB2"/>
                </a:solidFill>
                <a:latin typeface="Calibri"/>
              </a:rP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B2A4A"/>
                </a:solidFill>
                <a:latin typeface="Calibri"/>
              </a:rPr>
              <a:t>Open high risks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28800"/>
          <a:ext cx="1051559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560"/>
                <a:gridCol w="5777802"/>
                <a:gridCol w="1733340"/>
                <a:gridCol w="1848896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latin typeface="Calibri"/>
                        </a:rPr>
                        <a:t>Risk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Calibri"/>
                        </a:rP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Calibri"/>
                        </a:rP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Calibri"/>
                        </a:rPr>
                        <a:t>Mitigation due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&lt;id&gt;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&lt;risk&gt;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&lt;owner&gt;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&lt;date&gt;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6FB2"/>
                </a:solidFill>
                <a:latin typeface="Calibri"/>
              </a:rPr>
              <a:t>DECISIONS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B2A4A"/>
                </a:solidFill>
                <a:latin typeface="Calibri"/>
              </a:rPr>
              <a:t>What we need from this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241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•  &lt;Decision&gt; — &lt;owner&gt; — needed by &lt;date&gt;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